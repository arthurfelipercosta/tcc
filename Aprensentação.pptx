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3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39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056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42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34309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5004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255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6496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9363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7178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82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2198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5484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64470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980441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20485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55814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7358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F6E2BA-DD9A-449E-86E3-6A07D209A39A}" type="datetimeFigureOut">
              <a:rPr lang="pt-BR" smtClean="0"/>
              <a:t>21/11/2025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DF1F5BB-B65F-4E32-88FF-E4922F3BB62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9860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7" r:id="rId1"/>
    <p:sldLayoutId id="2147483938" r:id="rId2"/>
    <p:sldLayoutId id="2147483939" r:id="rId3"/>
    <p:sldLayoutId id="2147483940" r:id="rId4"/>
    <p:sldLayoutId id="2147483941" r:id="rId5"/>
    <p:sldLayoutId id="2147483942" r:id="rId6"/>
    <p:sldLayoutId id="2147483943" r:id="rId7"/>
    <p:sldLayoutId id="2147483944" r:id="rId8"/>
    <p:sldLayoutId id="2147483945" r:id="rId9"/>
    <p:sldLayoutId id="2147483946" r:id="rId10"/>
    <p:sldLayoutId id="2147483947" r:id="rId11"/>
    <p:sldLayoutId id="2147483948" r:id="rId12"/>
    <p:sldLayoutId id="2147483949" r:id="rId13"/>
    <p:sldLayoutId id="2147483950" r:id="rId14"/>
    <p:sldLayoutId id="2147483951" r:id="rId15"/>
    <p:sldLayoutId id="214748395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E2B09B-783B-34DE-1500-5F3E5CA57F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419724"/>
            <a:ext cx="7766936" cy="3226377"/>
          </a:xfrm>
        </p:spPr>
        <p:txBody>
          <a:bodyPr/>
          <a:lstStyle/>
          <a:p>
            <a:r>
              <a:rPr lang="pt-BR" sz="4000" dirty="0"/>
              <a:t>Arquitetura e Implementação de um Assistente</a:t>
            </a:r>
            <a:br>
              <a:rPr lang="pt-BR" sz="4000" dirty="0"/>
            </a:br>
            <a:r>
              <a:rPr lang="pt-BR" sz="4000" dirty="0"/>
              <a:t>Integrado ao WhatsApp para Consulta de Informações</a:t>
            </a:r>
            <a:br>
              <a:rPr lang="pt-BR" sz="4000" dirty="0"/>
            </a:br>
            <a:r>
              <a:rPr lang="pt-BR" sz="4000" dirty="0"/>
              <a:t>Veiculares no PBEV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94EF78-298B-2A84-BEFB-357BBEAF06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152275"/>
            <a:ext cx="8446402" cy="2286001"/>
          </a:xfrm>
        </p:spPr>
        <p:txBody>
          <a:bodyPr>
            <a:normAutofit lnSpcReduction="10000"/>
          </a:bodyPr>
          <a:lstStyle/>
          <a:p>
            <a:pPr algn="l"/>
            <a:r>
              <a:rPr lang="pt-BR" b="1" dirty="0">
                <a:solidFill>
                  <a:schemeClr val="tx1"/>
                </a:solidFill>
              </a:rPr>
              <a:t>Aluno: </a:t>
            </a:r>
            <a:r>
              <a:rPr lang="pt-BR" dirty="0">
                <a:solidFill>
                  <a:schemeClr val="tx1"/>
                </a:solidFill>
              </a:rPr>
              <a:t>Arthur Felipe Rodrigues Costa</a:t>
            </a:r>
          </a:p>
          <a:p>
            <a:pPr algn="l"/>
            <a:r>
              <a:rPr lang="pt-BR" b="1" dirty="0">
                <a:solidFill>
                  <a:schemeClr val="tx1"/>
                </a:solidFill>
              </a:rPr>
              <a:t>Professor orientador: </a:t>
            </a:r>
            <a:r>
              <a:rPr lang="pt-BR" dirty="0">
                <a:solidFill>
                  <a:schemeClr val="tx1"/>
                </a:solidFill>
              </a:rPr>
              <a:t>Prof. Dr. </a:t>
            </a:r>
            <a:r>
              <a:rPr lang="pt-BR" dirty="0" err="1">
                <a:solidFill>
                  <a:schemeClr val="tx1"/>
                </a:solidFill>
              </a:rPr>
              <a:t>Ivanovitch</a:t>
            </a:r>
            <a:r>
              <a:rPr lang="pt-BR" dirty="0">
                <a:solidFill>
                  <a:schemeClr val="tx1"/>
                </a:solidFill>
              </a:rPr>
              <a:t> Medeiros Dantas da Silva</a:t>
            </a:r>
          </a:p>
          <a:p>
            <a:pPr algn="l"/>
            <a:r>
              <a:rPr lang="pt-BR" b="1" dirty="0">
                <a:solidFill>
                  <a:schemeClr val="tx1"/>
                </a:solidFill>
              </a:rPr>
              <a:t>Instituição de ensino: </a:t>
            </a:r>
            <a:r>
              <a:rPr lang="pt-BR" dirty="0">
                <a:solidFill>
                  <a:schemeClr val="tx1"/>
                </a:solidFill>
              </a:rPr>
              <a:t>Universidade Federal do Rio Grande do Norte – UFRN</a:t>
            </a:r>
          </a:p>
          <a:p>
            <a:pPr algn="l"/>
            <a:r>
              <a:rPr lang="pt-BR" dirty="0">
                <a:solidFill>
                  <a:schemeClr val="tx1"/>
                </a:solidFill>
              </a:rPr>
              <a:t>Departamento de Engenharia de Computação e Automação – DCA</a:t>
            </a:r>
          </a:p>
          <a:p>
            <a:pPr algn="l"/>
            <a:endParaRPr lang="pt-BR" dirty="0">
              <a:solidFill>
                <a:schemeClr val="tx1"/>
              </a:solidFill>
            </a:endParaRPr>
          </a:p>
          <a:p>
            <a:pPr algn="ctr"/>
            <a:r>
              <a:rPr lang="pt-BR" b="1" dirty="0">
                <a:solidFill>
                  <a:schemeClr val="tx1"/>
                </a:solidFill>
              </a:rPr>
              <a:t>Dezembro / 2025</a:t>
            </a:r>
          </a:p>
        </p:txBody>
      </p:sp>
    </p:spTree>
    <p:extLst>
      <p:ext uri="{BB962C8B-B14F-4D97-AF65-F5344CB8AC3E}">
        <p14:creationId xmlns:p14="http://schemas.microsoft.com/office/powerpoint/2010/main" val="2762352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F34860-E8C2-8959-F886-A1290B66B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 e Motivação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A115555-5DC9-260B-4872-058CE0AC4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610294"/>
            <a:ext cx="8596668" cy="1320801"/>
          </a:xfrm>
        </p:spPr>
        <p:txBody>
          <a:bodyPr>
            <a:normAutofit fontScale="92500"/>
          </a:bodyPr>
          <a:lstStyle/>
          <a:p>
            <a:r>
              <a:rPr lang="pt-BR" dirty="0"/>
              <a:t>A dificuldade para o consumidor brasileiro comparar veículos.</a:t>
            </a:r>
          </a:p>
          <a:p>
            <a:r>
              <a:rPr lang="pt-BR" dirty="0"/>
              <a:t>Dados oficiais existem (PBEV), mas estão em formatos pouco acessíveis (</a:t>
            </a:r>
            <a:r>
              <a:rPr lang="pt-BR" dirty="0" err="1"/>
              <a:t>PDFs</a:t>
            </a:r>
            <a:r>
              <a:rPr lang="pt-BR" dirty="0"/>
              <a:t>).</a:t>
            </a:r>
          </a:p>
          <a:p>
            <a:r>
              <a:rPr lang="pt-BR" dirty="0"/>
              <a:t>Desenvolver uma solução que automatiza e facilita essa busca para o usuário.</a:t>
            </a:r>
          </a:p>
        </p:txBody>
      </p:sp>
    </p:spTree>
    <p:extLst>
      <p:ext uri="{BB962C8B-B14F-4D97-AF65-F5344CB8AC3E}">
        <p14:creationId xmlns:p14="http://schemas.microsoft.com/office/powerpoint/2010/main" val="4244054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571171-2057-58DD-2DEF-58D013965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B342B1AC-E127-9FF2-CD09-D16112239A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183" y="1332586"/>
            <a:ext cx="7896944" cy="5303918"/>
          </a:xfrm>
        </p:spPr>
      </p:pic>
    </p:spTree>
    <p:extLst>
      <p:ext uri="{BB962C8B-B14F-4D97-AF65-F5344CB8AC3E}">
        <p14:creationId xmlns:p14="http://schemas.microsoft.com/office/powerpoint/2010/main" val="2905574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8AD6CD-E60C-BB2E-5046-5441B6B8A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Metodologia e Processamento de Dados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41B5BAD4-4D47-DE3D-8FE0-21D9F984AF85}"/>
              </a:ext>
            </a:extLst>
          </p:cNvPr>
          <p:cNvSpPr txBox="1">
            <a:spLocks/>
          </p:cNvSpPr>
          <p:nvPr/>
        </p:nvSpPr>
        <p:spPr>
          <a:xfrm>
            <a:off x="677334" y="1930400"/>
            <a:ext cx="8596668" cy="22968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PDF (PBEV -&gt; Conversão (</a:t>
            </a:r>
            <a:r>
              <a:rPr lang="pt-BR" dirty="0" err="1"/>
              <a:t>Convertio</a:t>
            </a:r>
            <a:r>
              <a:rPr lang="pt-BR" dirty="0"/>
              <a:t>) -&gt; CSV -&gt; Limpeza de dados (</a:t>
            </a:r>
            <a:r>
              <a:rPr lang="pt-BR" dirty="0" err="1"/>
              <a:t>Jupyter</a:t>
            </a:r>
            <a:r>
              <a:rPr lang="pt-BR" dirty="0"/>
              <a:t>/Pandas) -&gt; Dados prontos para uso</a:t>
            </a:r>
          </a:p>
          <a:p>
            <a:r>
              <a:rPr lang="pt-BR" dirty="0"/>
              <a:t>Web </a:t>
            </a:r>
            <a:r>
              <a:rPr lang="pt-BR" dirty="0" err="1"/>
              <a:t>scrapping</a:t>
            </a:r>
            <a:endParaRPr lang="pt-BR" dirty="0"/>
          </a:p>
          <a:p>
            <a:r>
              <a:rPr lang="pt-BR" dirty="0"/>
              <a:t>FIPE API</a:t>
            </a:r>
          </a:p>
        </p:txBody>
      </p:sp>
    </p:spTree>
    <p:extLst>
      <p:ext uri="{BB962C8B-B14F-4D97-AF65-F5344CB8AC3E}">
        <p14:creationId xmlns:p14="http://schemas.microsoft.com/office/powerpoint/2010/main" val="2609403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A728A7-EBFD-0C23-5C5D-E3141A588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Interface Web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604F34B3-7860-BE39-170B-924BCB30D2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4" y="1270000"/>
            <a:ext cx="7362815" cy="5089613"/>
          </a:xfr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43628B5E-484B-52F5-8E19-C005118FA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223" y="1747435"/>
            <a:ext cx="7105847" cy="4911981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AE94ABD1-CA99-9655-3071-A985418323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9998" y="575671"/>
            <a:ext cx="6008363" cy="628233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AC0C657-187B-C8B5-6DA0-4004C0A4E8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947" y="3429000"/>
            <a:ext cx="7219936" cy="2951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42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C05AA0-0008-630F-E674-7139A1068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Assistente WhatsApp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3EA85A-FDFE-CA40-C8FF-FB1B89D96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Consultas e comparações rápidas na palma da mão.</a:t>
            </a:r>
          </a:p>
          <a:p>
            <a:endParaRPr lang="pt-BR" dirty="0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18A4FC0B-6542-4806-1370-23570F100B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296" y="410674"/>
            <a:ext cx="10904370" cy="6391338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5A8DCF53-8084-D8CA-A54B-4FF3AD021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4972" y="609600"/>
            <a:ext cx="2895851" cy="5761219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164B69A2-72AD-CC66-1362-4B93E3294E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0025" y="900553"/>
            <a:ext cx="5947496" cy="5724116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D42CF915-FC3A-6F1D-49A6-4E0B6EDE7A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396" y="233331"/>
            <a:ext cx="3995383" cy="639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235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B09B7B-FFDE-E9A8-D28C-961E10D8A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Estudo de Caso</a:t>
            </a:r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id="{8573C700-855E-1C5E-94B0-A8DB5188DB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4" y="1271869"/>
            <a:ext cx="10032050" cy="4702524"/>
          </a:xfr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28559B82-8B52-A5ED-752C-DEE1A10D89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3882" y="423620"/>
            <a:ext cx="8784235" cy="1205098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CC3FE2B-56AD-2DCD-9FD2-CE4BEFB912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619" y="446722"/>
            <a:ext cx="9022787" cy="601519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7B4437E-0BBB-0996-A2AD-6226561A07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45" y="873572"/>
            <a:ext cx="11024758" cy="5499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827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2.22222E-6 L 0 -0.87847 " pathEditMode="relative" rAng="0" ptsTypes="AA">
                                      <p:cBhvr>
                                        <p:cTn id="21" dur="5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93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EEE445-B646-AA91-A944-483B541BE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Resultados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08967E1B-3729-DD23-C0BD-4E8319D6E7CF}"/>
              </a:ext>
            </a:extLst>
          </p:cNvPr>
          <p:cNvSpPr txBox="1">
            <a:spLocks/>
          </p:cNvSpPr>
          <p:nvPr/>
        </p:nvSpPr>
        <p:spPr>
          <a:xfrm>
            <a:off x="677334" y="2160589"/>
            <a:ext cx="8596668" cy="22968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automação reduziu o trabalho manual, o tempo de pesquisa e os erros.</a:t>
            </a:r>
          </a:p>
          <a:p>
            <a:r>
              <a:rPr lang="pt-BR" dirty="0"/>
              <a:t>A solução atende quem busca uma análise detalhada, mas também quem busca uma comparação rápida.</a:t>
            </a:r>
          </a:p>
          <a:p>
            <a:r>
              <a:rPr lang="pt-BR" dirty="0"/>
              <a:t>O </a:t>
            </a:r>
            <a:r>
              <a:rPr lang="pt-BR" dirty="0" err="1"/>
              <a:t>backend</a:t>
            </a:r>
            <a:r>
              <a:rPr lang="pt-BR" dirty="0"/>
              <a:t> se mostrou capaz de integrar as fontes de dados e servir ambas as interfaces.</a:t>
            </a:r>
          </a:p>
        </p:txBody>
      </p:sp>
    </p:spTree>
    <p:extLst>
      <p:ext uri="{BB962C8B-B14F-4D97-AF65-F5344CB8AC3E}">
        <p14:creationId xmlns:p14="http://schemas.microsoft.com/office/powerpoint/2010/main" val="2564947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E1F15C-5AE5-0E8C-4572-21476C74C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Contribuições</a:t>
            </a:r>
          </a:p>
        </p:txBody>
      </p: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9A92E53D-D6E3-0C01-93DB-C9B558BB2A21}"/>
              </a:ext>
            </a:extLst>
          </p:cNvPr>
          <p:cNvSpPr txBox="1">
            <a:spLocks/>
          </p:cNvSpPr>
          <p:nvPr/>
        </p:nvSpPr>
        <p:spPr>
          <a:xfrm>
            <a:off x="677334" y="2160589"/>
            <a:ext cx="8596668" cy="22968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Dados do PBEV foram consolidados.</a:t>
            </a:r>
          </a:p>
          <a:p>
            <a:r>
              <a:rPr lang="pt-BR" dirty="0"/>
              <a:t>Plataforma de comparação com duas interfaces foi desenvolvida  com sucesso.</a:t>
            </a:r>
          </a:p>
          <a:p>
            <a:r>
              <a:rPr lang="pt-BR" dirty="0"/>
              <a:t>Com a FIPE API, os preços puderam ser comparados com sucesso.</a:t>
            </a:r>
          </a:p>
          <a:p>
            <a:r>
              <a:rPr lang="pt-BR" dirty="0"/>
              <a:t>Foi criado uma solução prática para um problema real.</a:t>
            </a:r>
          </a:p>
        </p:txBody>
      </p:sp>
    </p:spTree>
    <p:extLst>
      <p:ext uri="{BB962C8B-B14F-4D97-AF65-F5344CB8AC3E}">
        <p14:creationId xmlns:p14="http://schemas.microsoft.com/office/powerpoint/2010/main" val="4186979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96BA04-2F9F-4FFA-37BA-D9460D6C2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Limitações e Trabalhos Futuros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AB07009C-28A8-F1FB-A8C6-AA4EF3111EE4}"/>
              </a:ext>
            </a:extLst>
          </p:cNvPr>
          <p:cNvSpPr txBox="1">
            <a:spLocks/>
          </p:cNvSpPr>
          <p:nvPr/>
        </p:nvSpPr>
        <p:spPr>
          <a:xfrm>
            <a:off x="677334" y="2151089"/>
            <a:ext cx="10115584" cy="47069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Ainda depende de conversão manual de PDF para CSV</a:t>
            </a:r>
          </a:p>
          <a:p>
            <a:r>
              <a:rPr lang="pt-BR" dirty="0"/>
              <a:t>A base de veículos do PBEV é limitada</a:t>
            </a:r>
          </a:p>
          <a:p>
            <a:r>
              <a:rPr lang="pt-BR" dirty="0"/>
              <a:t>Sugestões</a:t>
            </a:r>
          </a:p>
          <a:p>
            <a:pPr lvl="1"/>
            <a:r>
              <a:rPr lang="pt-BR" dirty="0"/>
              <a:t>Automatizar extração, conversão e limpeza de dados do PBEV</a:t>
            </a:r>
          </a:p>
          <a:p>
            <a:pPr lvl="1"/>
            <a:r>
              <a:rPr lang="pt-BR" dirty="0"/>
              <a:t>Expandir base de dados</a:t>
            </a:r>
          </a:p>
          <a:p>
            <a:pPr lvl="1"/>
            <a:r>
              <a:rPr lang="pt-BR" dirty="0"/>
              <a:t>Aprimorar o </a:t>
            </a:r>
            <a:r>
              <a:rPr lang="pt-BR" dirty="0" err="1"/>
              <a:t>bot</a:t>
            </a:r>
            <a:r>
              <a:rPr lang="pt-BR" dirty="0"/>
              <a:t> com uma IA mais avançada (</a:t>
            </a:r>
            <a:r>
              <a:rPr lang="pt-BR" dirty="0" err="1"/>
              <a:t>LLMs</a:t>
            </a:r>
            <a:r>
              <a:rPr lang="pt-BR" dirty="0"/>
              <a:t>)</a:t>
            </a:r>
          </a:p>
          <a:p>
            <a:pPr lvl="1"/>
            <a:r>
              <a:rPr lang="pt-BR" dirty="0"/>
              <a:t>Criar sistema de recomendação</a:t>
            </a:r>
          </a:p>
        </p:txBody>
      </p:sp>
    </p:spTree>
    <p:extLst>
      <p:ext uri="{BB962C8B-B14F-4D97-AF65-F5344CB8AC3E}">
        <p14:creationId xmlns:p14="http://schemas.microsoft.com/office/powerpoint/2010/main" val="50039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C788FD-A8BE-3EC3-BB0E-83BFDE31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6918" y="2768600"/>
            <a:ext cx="4558164" cy="1320800"/>
          </a:xfrm>
        </p:spPr>
        <p:txBody>
          <a:bodyPr>
            <a:normAutofit/>
          </a:bodyPr>
          <a:lstStyle/>
          <a:p>
            <a:pPr algn="ctr"/>
            <a:r>
              <a:rPr lang="pt-BR" sz="72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127740316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do">
  <a:themeElements>
    <a:clrScheme name="Verde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137</TotalTime>
  <Words>295</Words>
  <Application>Microsoft Office PowerPoint</Application>
  <PresentationFormat>Widescreen</PresentationFormat>
  <Paragraphs>38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Trebuchet MS</vt:lpstr>
      <vt:lpstr>Wingdings 3</vt:lpstr>
      <vt:lpstr>Facetado</vt:lpstr>
      <vt:lpstr>Arquitetura e Implementação de um Assistente Integrado ao WhatsApp para Consulta de Informações Veiculares no PBEV</vt:lpstr>
      <vt:lpstr>Introdução e Motivação</vt:lpstr>
      <vt:lpstr>Arquitetura</vt:lpstr>
      <vt:lpstr>Metodologia e Processamento de Dados</vt:lpstr>
      <vt:lpstr>Interface Web</vt:lpstr>
      <vt:lpstr>Assistente WhatsApp</vt:lpstr>
      <vt:lpstr>Estudo de Caso</vt:lpstr>
      <vt:lpstr>Resultados</vt:lpstr>
      <vt:lpstr>Contribuições</vt:lpstr>
      <vt:lpstr>Limitações e Trabalhos Futuros</vt:lpstr>
      <vt:lpstr>Obrigado!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Arthur Felipe</dc:creator>
  <cp:lastModifiedBy>Arthur Felipe</cp:lastModifiedBy>
  <cp:revision>18</cp:revision>
  <dcterms:created xsi:type="dcterms:W3CDTF">2025-11-21T18:42:43Z</dcterms:created>
  <dcterms:modified xsi:type="dcterms:W3CDTF">2025-11-21T21:00:16Z</dcterms:modified>
</cp:coreProperties>
</file>