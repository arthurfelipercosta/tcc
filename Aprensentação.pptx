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056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2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43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004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25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49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36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17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88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198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484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447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8044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048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581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35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6E2BA-DD9A-449E-86E3-6A07D209A39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F1F5BB-B65F-4E32-88FF-E4922F3BB6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986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arthurfelipercosta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2B09B-783B-34DE-1500-5F3E5CA57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419724"/>
            <a:ext cx="7766936" cy="3226377"/>
          </a:xfrm>
        </p:spPr>
        <p:txBody>
          <a:bodyPr/>
          <a:lstStyle/>
          <a:p>
            <a:r>
              <a:rPr lang="pt-BR" sz="4000" dirty="0"/>
              <a:t>Arquitetura e Implementação de um Assistente</a:t>
            </a:r>
            <a:br>
              <a:rPr lang="pt-BR" sz="4000" dirty="0"/>
            </a:br>
            <a:r>
              <a:rPr lang="pt-BR" sz="4000" dirty="0"/>
              <a:t>Integrado ao WhatsApp para Consulta de Informações</a:t>
            </a:r>
            <a:br>
              <a:rPr lang="pt-BR" sz="4000" dirty="0"/>
            </a:br>
            <a:r>
              <a:rPr lang="pt-BR" sz="4000" dirty="0"/>
              <a:t>Veiculares no PBEV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94EF78-298B-2A84-BEFB-357BBEAF0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152275"/>
            <a:ext cx="8446402" cy="2286001"/>
          </a:xfrm>
        </p:spPr>
        <p:txBody>
          <a:bodyPr>
            <a:normAutofit lnSpcReduction="10000"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Aluno: </a:t>
            </a:r>
            <a:r>
              <a:rPr lang="pt-BR" dirty="0">
                <a:solidFill>
                  <a:schemeClr val="tx1"/>
                </a:solidFill>
              </a:rPr>
              <a:t>Arthur Felipe Rodrigues Costa</a:t>
            </a:r>
          </a:p>
          <a:p>
            <a:pPr algn="l"/>
            <a:r>
              <a:rPr lang="pt-BR" b="1" dirty="0">
                <a:solidFill>
                  <a:schemeClr val="tx1"/>
                </a:solidFill>
              </a:rPr>
              <a:t>Professor orientador: </a:t>
            </a:r>
            <a:r>
              <a:rPr lang="pt-BR" dirty="0">
                <a:solidFill>
                  <a:schemeClr val="tx1"/>
                </a:solidFill>
              </a:rPr>
              <a:t>Prof. Dr. </a:t>
            </a:r>
            <a:r>
              <a:rPr lang="pt-BR" dirty="0" err="1">
                <a:solidFill>
                  <a:schemeClr val="tx1"/>
                </a:solidFill>
              </a:rPr>
              <a:t>Ivanovitch</a:t>
            </a:r>
            <a:r>
              <a:rPr lang="pt-BR" dirty="0">
                <a:solidFill>
                  <a:schemeClr val="tx1"/>
                </a:solidFill>
              </a:rPr>
              <a:t> Medeiros Dantas da Silva</a:t>
            </a:r>
          </a:p>
          <a:p>
            <a:pPr algn="l"/>
            <a:r>
              <a:rPr lang="pt-BR" b="1" dirty="0">
                <a:solidFill>
                  <a:schemeClr val="tx1"/>
                </a:solidFill>
              </a:rPr>
              <a:t>Instituição de ensino: </a:t>
            </a:r>
            <a:r>
              <a:rPr lang="pt-BR" dirty="0">
                <a:solidFill>
                  <a:schemeClr val="tx1"/>
                </a:solidFill>
              </a:rPr>
              <a:t>Universidade Federal do Rio Grande do Norte – UFRN</a:t>
            </a:r>
          </a:p>
          <a:p>
            <a:pPr algn="l"/>
            <a:r>
              <a:rPr lang="pt-BR" dirty="0">
                <a:solidFill>
                  <a:schemeClr val="tx1"/>
                </a:solidFill>
              </a:rPr>
              <a:t>Departamento de Engenharia de Computação e Automação – DCA</a:t>
            </a:r>
          </a:p>
          <a:p>
            <a:pPr algn="l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Dezembro / 2025</a:t>
            </a:r>
          </a:p>
        </p:txBody>
      </p:sp>
    </p:spTree>
    <p:extLst>
      <p:ext uri="{BB962C8B-B14F-4D97-AF65-F5344CB8AC3E}">
        <p14:creationId xmlns:p14="http://schemas.microsoft.com/office/powerpoint/2010/main" val="276235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34860-E8C2-8959-F886-A1290B66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15555-5DC9-260B-4872-058CE0AC4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10294"/>
            <a:ext cx="8596668" cy="1320801"/>
          </a:xfrm>
        </p:spPr>
        <p:txBody>
          <a:bodyPr>
            <a:normAutofit fontScale="92500"/>
          </a:bodyPr>
          <a:lstStyle/>
          <a:p>
            <a:r>
              <a:rPr lang="pt-BR" dirty="0"/>
              <a:t>A dificuldade para o consumidor brasileiro comparar veículos.</a:t>
            </a:r>
          </a:p>
          <a:p>
            <a:r>
              <a:rPr lang="pt-BR" dirty="0"/>
              <a:t>Dados oficiais existem (PBEV), mas estão em formatos pouco acessíveis (</a:t>
            </a:r>
            <a:r>
              <a:rPr lang="pt-BR" dirty="0" err="1"/>
              <a:t>PDFs</a:t>
            </a:r>
            <a:r>
              <a:rPr lang="pt-BR" dirty="0"/>
              <a:t>).</a:t>
            </a:r>
          </a:p>
          <a:p>
            <a:r>
              <a:rPr lang="pt-BR" dirty="0"/>
              <a:t>Desenvolver uma solução que automatiza e facilita essa busca para o usuário.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839F27-1E62-CEC4-A4DC-9560CA50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464120"/>
            <a:ext cx="110775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5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AD6CD-E60C-BB2E-5046-5441B6B8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e Processamento de Dados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1B5BAD4-4D47-DE3D-8FE0-21D9F984AF85}"/>
              </a:ext>
            </a:extLst>
          </p:cNvPr>
          <p:cNvSpPr txBox="1">
            <a:spLocks/>
          </p:cNvSpPr>
          <p:nvPr/>
        </p:nvSpPr>
        <p:spPr>
          <a:xfrm>
            <a:off x="677334" y="1930400"/>
            <a:ext cx="8596668" cy="229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PDF (PBEV -&gt; Conversão (</a:t>
            </a:r>
            <a:r>
              <a:rPr lang="pt-BR" dirty="0" err="1"/>
              <a:t>Convertio</a:t>
            </a:r>
            <a:r>
              <a:rPr lang="pt-BR" dirty="0"/>
              <a:t>) -&gt; CSV -&gt; Limpeza de dados (</a:t>
            </a:r>
            <a:r>
              <a:rPr lang="pt-BR" dirty="0" err="1"/>
              <a:t>Jupyter</a:t>
            </a:r>
            <a:r>
              <a:rPr lang="pt-BR" dirty="0"/>
              <a:t>/Pandas) -&gt; Dados prontos para uso</a:t>
            </a:r>
          </a:p>
          <a:p>
            <a:r>
              <a:rPr lang="pt-BR" dirty="0"/>
              <a:t>Web </a:t>
            </a:r>
            <a:r>
              <a:rPr lang="pt-BR" dirty="0" err="1"/>
              <a:t>scrapping</a:t>
            </a:r>
            <a:endParaRPr lang="pt-BR" dirty="0"/>
          </a:p>
          <a:p>
            <a:r>
              <a:rPr lang="pt-BR" dirty="0"/>
              <a:t>FIPE API</a:t>
            </a:r>
          </a:p>
        </p:txBody>
      </p:sp>
    </p:spTree>
    <p:extLst>
      <p:ext uri="{BB962C8B-B14F-4D97-AF65-F5344CB8AC3E}">
        <p14:creationId xmlns:p14="http://schemas.microsoft.com/office/powerpoint/2010/main" val="260940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71171-2057-58DD-2DEF-58D01396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342B1AC-E127-9FF2-CD09-D16112239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83" y="1332586"/>
            <a:ext cx="7896944" cy="5303918"/>
          </a:xfrm>
        </p:spPr>
      </p:pic>
    </p:spTree>
    <p:extLst>
      <p:ext uri="{BB962C8B-B14F-4D97-AF65-F5344CB8AC3E}">
        <p14:creationId xmlns:p14="http://schemas.microsoft.com/office/powerpoint/2010/main" val="290557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728A7-EBFD-0C23-5C5D-E3141A588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Web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04F34B3-7860-BE39-170B-924BCB30D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270000"/>
            <a:ext cx="7362815" cy="5089613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3628B5E-484B-52F5-8E19-C005118FA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223" y="1747435"/>
            <a:ext cx="7105847" cy="49119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E94ABD1-CA99-9655-3071-A98541832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998" y="575671"/>
            <a:ext cx="6008363" cy="628233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AC0C657-187B-C8B5-6DA0-4004C0A4E8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947" y="3429000"/>
            <a:ext cx="7219936" cy="295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4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05AA0-0008-630F-E674-7139A106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Assistente WhatsApp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3EA85A-FDFE-CA40-C8FF-FB1B89D96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Consultas e comparações rápidas na palma da mão.</a:t>
            </a:r>
          </a:p>
          <a:p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8A4FC0B-6542-4806-1370-23570F100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96" y="410674"/>
            <a:ext cx="10904370" cy="639133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A8DCF53-8084-D8CA-A54B-4FF3AD021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972" y="609600"/>
            <a:ext cx="2895851" cy="576121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64B69A2-72AD-CC66-1362-4B93E3294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25" y="900553"/>
            <a:ext cx="5947496" cy="572411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42CF915-FC3A-6F1D-49A6-4E0B6EDE7A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96" y="233331"/>
            <a:ext cx="3995383" cy="639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3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09B7B-FFDE-E9A8-D28C-961E10D8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8573C700-855E-1C5E-94B0-A8DB5188D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271869"/>
            <a:ext cx="10032050" cy="4702524"/>
          </a:xfr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8559B82-8B52-A5ED-752C-DEE1A10D8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82" y="423620"/>
            <a:ext cx="8784235" cy="1205098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CC3FE2B-56AD-2DCD-9FD2-CE4BEFB912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19" y="446722"/>
            <a:ext cx="9022787" cy="601519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7B4437E-0BBB-0996-A2AD-6226561A0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45" y="873572"/>
            <a:ext cx="11024758" cy="549911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E6C639B-83F1-5B6C-7F6A-8D4A15272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25" y="900553"/>
            <a:ext cx="5947496" cy="572411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6F8ACA6-0EAB-A846-B7D6-A4AE04BB58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96" y="233331"/>
            <a:ext cx="3995383" cy="639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2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 -0.87847 " pathEditMode="relative" rAng="0" ptsTypes="AA">
                                      <p:cBhvr>
                                        <p:cTn id="21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EE445-B646-AA91-A944-483B541B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8967E1B-3729-DD23-C0BD-4E8319D6E7CF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8596668" cy="229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 automação reduziu o trabalho manual, o tempo de pesquisa e os erros.</a:t>
            </a:r>
          </a:p>
          <a:p>
            <a:r>
              <a:rPr lang="pt-BR" dirty="0"/>
              <a:t>A solução atende quem busca uma análise detalhada, mas também quem busca uma comparação rápida.</a:t>
            </a:r>
          </a:p>
          <a:p>
            <a:r>
              <a:rPr lang="pt-BR" dirty="0"/>
              <a:t>O </a:t>
            </a:r>
            <a:r>
              <a:rPr lang="pt-BR" dirty="0" err="1"/>
              <a:t>backend</a:t>
            </a:r>
            <a:r>
              <a:rPr lang="pt-BR" dirty="0"/>
              <a:t> se mostrou capaz de integrar as fontes de dados e servir ambas as interfaces.</a:t>
            </a:r>
          </a:p>
        </p:txBody>
      </p:sp>
    </p:spTree>
    <p:extLst>
      <p:ext uri="{BB962C8B-B14F-4D97-AF65-F5344CB8AC3E}">
        <p14:creationId xmlns:p14="http://schemas.microsoft.com/office/powerpoint/2010/main" val="256494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1F15C-5AE5-0E8C-4572-21476C74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Contribuições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9A92E53D-D6E3-0C01-93DB-C9B558BB2A21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8596668" cy="229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Dados do PBEV foram consolidados.</a:t>
            </a:r>
          </a:p>
          <a:p>
            <a:r>
              <a:rPr lang="pt-BR" dirty="0"/>
              <a:t>Plataforma de comparação com duas interfaces foi desenvolvida  com sucesso.</a:t>
            </a:r>
          </a:p>
          <a:p>
            <a:r>
              <a:rPr lang="pt-BR" dirty="0"/>
              <a:t>Com a FIPE API, os preços puderam ser comparados com sucesso.</a:t>
            </a:r>
          </a:p>
          <a:p>
            <a:r>
              <a:rPr lang="pt-BR" dirty="0"/>
              <a:t>Foi criado uma solução prática para um problema real.</a:t>
            </a:r>
          </a:p>
        </p:txBody>
      </p:sp>
    </p:spTree>
    <p:extLst>
      <p:ext uri="{BB962C8B-B14F-4D97-AF65-F5344CB8AC3E}">
        <p14:creationId xmlns:p14="http://schemas.microsoft.com/office/powerpoint/2010/main" val="418697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6BA04-2F9F-4FFA-37BA-D9460D6C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Limitações e Trabalhos Futuros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B07009C-28A8-F1FB-A8C6-AA4EF3111EE4}"/>
              </a:ext>
            </a:extLst>
          </p:cNvPr>
          <p:cNvSpPr txBox="1">
            <a:spLocks/>
          </p:cNvSpPr>
          <p:nvPr/>
        </p:nvSpPr>
        <p:spPr>
          <a:xfrm>
            <a:off x="677334" y="2151089"/>
            <a:ext cx="10115584" cy="4706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Ainda depende de conversão manual de PDF para CSV</a:t>
            </a:r>
          </a:p>
          <a:p>
            <a:r>
              <a:rPr lang="pt-BR" dirty="0"/>
              <a:t>A base de veículos do PBEV é limitada</a:t>
            </a:r>
          </a:p>
          <a:p>
            <a:r>
              <a:rPr lang="pt-BR" dirty="0"/>
              <a:t>Sugestões</a:t>
            </a:r>
          </a:p>
          <a:p>
            <a:pPr lvl="1"/>
            <a:r>
              <a:rPr lang="pt-BR" dirty="0"/>
              <a:t>Automatizar extração, conversão e limpeza de dados do PBEV</a:t>
            </a:r>
          </a:p>
          <a:p>
            <a:pPr lvl="1"/>
            <a:r>
              <a:rPr lang="pt-BR" dirty="0"/>
              <a:t>Expandir base de dados</a:t>
            </a:r>
          </a:p>
          <a:p>
            <a:pPr lvl="1"/>
            <a:r>
              <a:rPr lang="pt-BR" dirty="0"/>
              <a:t>Aprimorar o </a:t>
            </a:r>
            <a:r>
              <a:rPr lang="pt-BR" dirty="0" err="1"/>
              <a:t>bot</a:t>
            </a:r>
            <a:r>
              <a:rPr lang="pt-BR" dirty="0"/>
              <a:t> com uma IA mais avançada (</a:t>
            </a:r>
            <a:r>
              <a:rPr lang="pt-BR" dirty="0" err="1"/>
              <a:t>LLMs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Criar sistema de recomendação</a:t>
            </a:r>
          </a:p>
        </p:txBody>
      </p:sp>
    </p:spTree>
    <p:extLst>
      <p:ext uri="{BB962C8B-B14F-4D97-AF65-F5344CB8AC3E}">
        <p14:creationId xmlns:p14="http://schemas.microsoft.com/office/powerpoint/2010/main" val="5003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788FD-A8BE-3EC3-BB0E-83BFDE31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918" y="2768600"/>
            <a:ext cx="4558164" cy="1320800"/>
          </a:xfrm>
        </p:spPr>
        <p:txBody>
          <a:bodyPr>
            <a:normAutofit/>
          </a:bodyPr>
          <a:lstStyle/>
          <a:p>
            <a:pPr algn="ctr"/>
            <a:r>
              <a:rPr lang="pt-BR" sz="7200" dirty="0"/>
              <a:t>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A4D959-3B49-C614-4C08-F953DB50CA70}"/>
              </a:ext>
            </a:extLst>
          </p:cNvPr>
          <p:cNvSpPr txBox="1">
            <a:spLocks/>
          </p:cNvSpPr>
          <p:nvPr/>
        </p:nvSpPr>
        <p:spPr>
          <a:xfrm>
            <a:off x="1507067" y="4152275"/>
            <a:ext cx="8446402" cy="2286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>
                <a:solidFill>
                  <a:schemeClr val="tx1"/>
                </a:solidFill>
              </a:rPr>
              <a:t>Arthur Felipe Rodrigues Costa</a:t>
            </a:r>
          </a:p>
          <a:p>
            <a:r>
              <a:rPr lang="pt-BR" b="1" dirty="0">
                <a:solidFill>
                  <a:schemeClr val="tx1"/>
                </a:solidFill>
              </a:rPr>
              <a:t>Contatos:</a:t>
            </a:r>
          </a:p>
          <a:p>
            <a:pPr lvl="1"/>
            <a:r>
              <a:rPr lang="pt-BR" b="1" dirty="0">
                <a:solidFill>
                  <a:schemeClr val="tx1"/>
                </a:solidFill>
              </a:rPr>
              <a:t>E-mail: </a:t>
            </a:r>
            <a:r>
              <a:rPr lang="pt-BR" b="1" dirty="0">
                <a:solidFill>
                  <a:schemeClr val="tx1"/>
                </a:solidFill>
                <a:hlinkClick r:id="rId2"/>
              </a:rPr>
              <a:t>arthurfelipercosta@gmail.com</a:t>
            </a:r>
            <a:endParaRPr lang="pt-BR" b="1" dirty="0">
              <a:solidFill>
                <a:schemeClr val="tx1"/>
              </a:solidFill>
            </a:endParaRPr>
          </a:p>
          <a:p>
            <a:pPr lvl="1"/>
            <a:r>
              <a:rPr lang="pt-BR" b="1" dirty="0">
                <a:solidFill>
                  <a:schemeClr val="tx1"/>
                </a:solidFill>
              </a:rPr>
              <a:t>Telefone: (84) 99939 7770</a:t>
            </a:r>
          </a:p>
        </p:txBody>
      </p:sp>
    </p:spTree>
    <p:extLst>
      <p:ext uri="{BB962C8B-B14F-4D97-AF65-F5344CB8AC3E}">
        <p14:creationId xmlns:p14="http://schemas.microsoft.com/office/powerpoint/2010/main" val="12774031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</TotalTime>
  <Words>315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Facetado</vt:lpstr>
      <vt:lpstr>Arquitetura e Implementação de um Assistente Integrado ao WhatsApp para Consulta de Informações Veiculares no PBEV</vt:lpstr>
      <vt:lpstr>Introdução e Motivação</vt:lpstr>
      <vt:lpstr>Metodologia e Processamento de Dados</vt:lpstr>
      <vt:lpstr>Arquitetura</vt:lpstr>
      <vt:lpstr>Interface Web</vt:lpstr>
      <vt:lpstr>Assistente WhatsApp</vt:lpstr>
      <vt:lpstr>Estudo de Caso</vt:lpstr>
      <vt:lpstr>Resultados</vt:lpstr>
      <vt:lpstr>Contribuições</vt:lpstr>
      <vt:lpstr>Limitações e Trabalhos Futuros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Felipe</dc:creator>
  <cp:lastModifiedBy>Arthur Felipe</cp:lastModifiedBy>
  <cp:revision>21</cp:revision>
  <dcterms:created xsi:type="dcterms:W3CDTF">2025-11-21T18:42:43Z</dcterms:created>
  <dcterms:modified xsi:type="dcterms:W3CDTF">2025-11-28T11:45:39Z</dcterms:modified>
</cp:coreProperties>
</file>